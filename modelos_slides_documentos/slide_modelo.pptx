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8" r:id="rId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C16D5C-8614-4345-9919-B48EBFC2C670}" v="1" dt="2026-04-22T00:46:37.24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Tornis" userId="93c6e40a8ca21458" providerId="LiveId" clId="{21E90087-1FD6-4F0B-A940-2F8FD5F0B8BB}"/>
    <pc:docChg chg="modSld">
      <pc:chgData name="Rodrigo Tornis" userId="93c6e40a8ca21458" providerId="LiveId" clId="{21E90087-1FD6-4F0B-A940-2F8FD5F0B8BB}" dt="2026-04-22T00:47:11.464" v="45" actId="255"/>
      <pc:docMkLst>
        <pc:docMk/>
      </pc:docMkLst>
      <pc:sldChg chg="addSp modSp mod">
        <pc:chgData name="Rodrigo Tornis" userId="93c6e40a8ca21458" providerId="LiveId" clId="{21E90087-1FD6-4F0B-A940-2F8FD5F0B8BB}" dt="2026-04-22T00:47:11.464" v="45" actId="255"/>
        <pc:sldMkLst>
          <pc:docMk/>
          <pc:sldMk cId="2110453193" sldId="257"/>
        </pc:sldMkLst>
        <pc:spChg chg="mod">
          <ac:chgData name="Rodrigo Tornis" userId="93c6e40a8ca21458" providerId="LiveId" clId="{21E90087-1FD6-4F0B-A940-2F8FD5F0B8BB}" dt="2026-04-22T00:45:46.473" v="5" actId="20577"/>
          <ac:spMkLst>
            <pc:docMk/>
            <pc:sldMk cId="2110453193" sldId="257"/>
            <ac:spMk id="2" creationId="{00000000-0000-0000-0000-000000000000}"/>
          </ac:spMkLst>
        </pc:spChg>
        <pc:spChg chg="mod">
          <ac:chgData name="Rodrigo Tornis" userId="93c6e40a8ca21458" providerId="LiveId" clId="{21E90087-1FD6-4F0B-A940-2F8FD5F0B8BB}" dt="2026-04-22T00:47:11.464" v="45" actId="255"/>
          <ac:spMkLst>
            <pc:docMk/>
            <pc:sldMk cId="2110453193" sldId="257"/>
            <ac:spMk id="3" creationId="{00000000-0000-0000-0000-000000000000}"/>
          </ac:spMkLst>
        </pc:spChg>
        <pc:spChg chg="add mod">
          <ac:chgData name="Rodrigo Tornis" userId="93c6e40a8ca21458" providerId="LiveId" clId="{21E90087-1FD6-4F0B-A940-2F8FD5F0B8BB}" dt="2026-04-22T00:46:37.249" v="21"/>
          <ac:spMkLst>
            <pc:docMk/>
            <pc:sldMk cId="2110453193" sldId="257"/>
            <ac:spMk id="4" creationId="{AF41502E-FD6D-266A-0B5A-D14C171FE1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9100" y="1612900"/>
            <a:ext cx="19170650" cy="2286000"/>
          </a:xfrm>
        </p:spPr>
        <p:txBody>
          <a:bodyPr/>
          <a:lstStyle/>
          <a:p>
            <a:r>
              <a:rPr lang="pt-BR" dirty="0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89100" y="4406900"/>
            <a:ext cx="19170650" cy="782320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137B-F694-7B4C-8D60-520B530DFBC4}" type="datetimeFigureOut">
              <a:rPr lang="pt-BR" smtClean="0"/>
              <a:t>21/04/2026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886690" y="13081000"/>
            <a:ext cx="597921" cy="471924"/>
          </a:xfrm>
        </p:spPr>
        <p:txBody>
          <a:bodyPr/>
          <a:lstStyle/>
          <a:p>
            <a:fld id="{85C2E139-75F7-E84C-B376-8E7902EEBD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32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A8A4EE0-71B7-4C3A-9B31-B940838B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24383999" cy="13716000"/>
          </a:xfrm>
          <a:prstGeom prst="rect">
            <a:avLst/>
          </a:prstGeom>
        </p:spPr>
      </p:pic>
      <p:sp>
        <p:nvSpPr>
          <p:cNvPr id="120" name="Title"/>
          <p:cNvSpPr txBox="1">
            <a:spLocks noGrp="1"/>
          </p:cNvSpPr>
          <p:nvPr>
            <p:ph type="ctrTitle"/>
          </p:nvPr>
        </p:nvSpPr>
        <p:spPr>
          <a:xfrm>
            <a:off x="1692939" y="4614632"/>
            <a:ext cx="19029265" cy="15875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6600" b="1" i="1" dirty="0">
                <a:solidFill>
                  <a:srgbClr val="0070C0"/>
                </a:solidFill>
              </a:rPr>
              <a:t>Curso </a:t>
            </a:r>
            <a:r>
              <a:rPr lang="pt-BR" sz="6600" b="1" i="1">
                <a:solidFill>
                  <a:srgbClr val="0070C0"/>
                </a:solidFill>
              </a:rPr>
              <a:t>de ...</a:t>
            </a:r>
            <a:endParaRPr lang="pt-BR" sz="6600" b="1" i="1" dirty="0">
              <a:solidFill>
                <a:srgbClr val="0070C0"/>
              </a:solidFill>
            </a:endParaRPr>
          </a:p>
        </p:txBody>
      </p:sp>
      <p:sp>
        <p:nvSpPr>
          <p:cNvPr id="121" name="Body"/>
          <p:cNvSpPr txBox="1">
            <a:spLocks noGrp="1"/>
          </p:cNvSpPr>
          <p:nvPr>
            <p:ph type="subTitle" sz="quarter" idx="1"/>
          </p:nvPr>
        </p:nvSpPr>
        <p:spPr>
          <a:xfrm>
            <a:off x="1692939" y="7102707"/>
            <a:ext cx="19029265" cy="15875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pt-BR" sz="4400" dirty="0"/>
              <a:t>Disciplina/Tema:</a:t>
            </a:r>
          </a:p>
          <a:p>
            <a:pPr algn="l"/>
            <a:r>
              <a:rPr lang="pt-BR" sz="4400" dirty="0"/>
              <a:t>Professor(a):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41500" y="5231442"/>
            <a:ext cx="19170650" cy="10277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Texto </a:t>
            </a:r>
            <a:r>
              <a:rPr lang="pt-BR" sz="2800" dirty="0" err="1"/>
              <a:t>Conteudo</a:t>
            </a:r>
            <a:endParaRPr lang="pt-BR" sz="2800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F41502E-FD6D-266A-0B5A-D14C171FE1FD}"/>
              </a:ext>
            </a:extLst>
          </p:cNvPr>
          <p:cNvSpPr txBox="1">
            <a:spLocks/>
          </p:cNvSpPr>
          <p:nvPr/>
        </p:nvSpPr>
        <p:spPr>
          <a:xfrm>
            <a:off x="1841500" y="4051300"/>
            <a:ext cx="19170650" cy="1027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FontTx/>
              <a:buNone/>
            </a:pPr>
            <a:r>
              <a:rPr lang="pt-BR" dirty="0" err="1"/>
              <a:t>Subtitulo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04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24377904" cy="137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 descr="Uma imagem contendo Gráfico&#10;&#10;Descrição gerada automaticamente">
            <a:extLst>
              <a:ext uri="{FF2B5EF4-FFF2-40B4-BE49-F238E27FC236}">
                <a16:creationId xmlns:a16="http://schemas.microsoft.com/office/drawing/2014/main" id="{123C0F18-1F99-4AFB-BADE-BEF12CAF9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2564"/>
            <a:ext cx="24383980" cy="1371343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C9E5B6CA2FF774BAC2C469BEFBF993E" ma:contentTypeVersion="14" ma:contentTypeDescription="Crie um novo documento." ma:contentTypeScope="" ma:versionID="dc976a3d313a1884427fd4a25d2cee27">
  <xsd:schema xmlns:xsd="http://www.w3.org/2001/XMLSchema" xmlns:xs="http://www.w3.org/2001/XMLSchema" xmlns:p="http://schemas.microsoft.com/office/2006/metadata/properties" xmlns:ns1="http://schemas.microsoft.com/sharepoint/v3" xmlns:ns2="ca9a7d42-d7cc-4acf-9ced-5a6d605f5bb5" xmlns:ns3="de2f6f28-cd42-4609-bf66-4e8286a5a335" targetNamespace="http://schemas.microsoft.com/office/2006/metadata/properties" ma:root="true" ma:fieldsID="36c23cd9085cefcfd0c57ebeef0d5511" ns1:_="" ns2:_="" ns3:_="">
    <xsd:import namespace="http://schemas.microsoft.com/sharepoint/v3"/>
    <xsd:import namespace="ca9a7d42-d7cc-4acf-9ced-5a6d605f5bb5"/>
    <xsd:import namespace="de2f6f28-cd42-4609-bf66-4e8286a5a3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a7d42-d7cc-4acf-9ced-5a6d605f5b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f6f28-cd42-4609-bf66-4e8286a5a33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A8ECF9-7567-461A-B635-D7A1660AA2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2B0F66-32D8-4318-9FAE-9EACF69D7379}">
  <ds:schemaRefs>
    <ds:schemaRef ds:uri="http://schemas.microsoft.com/office/2006/metadata/properties"/>
    <ds:schemaRef ds:uri="http://schemas.microsoft.com/office/infopath/2007/PartnerControls"/>
    <ds:schemaRef ds:uri="4620a0fb-8c8e-452c-99f9-831cb1282a4d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E84036CB-9748-436C-A1A1-F4D69768E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a9a7d42-d7cc-4acf-9ced-5a6d605f5bb5"/>
    <ds:schemaRef ds:uri="de2f6f28-cd42-4609-bf66-4e8286a5a3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</Words>
  <Application>Microsoft Office PowerPoint</Application>
  <PresentationFormat>Personalizar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Helvetica Neue</vt:lpstr>
      <vt:lpstr>Helvetica Neue Light</vt:lpstr>
      <vt:lpstr>Helvetica Neue Medium</vt:lpstr>
      <vt:lpstr>White</vt:lpstr>
      <vt:lpstr>Curso de ...</vt:lpstr>
      <vt:lpstr>Titulo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Rodrigo Tornis</cp:lastModifiedBy>
  <cp:revision>13</cp:revision>
  <dcterms:modified xsi:type="dcterms:W3CDTF">2026-04-22T00:47:20Z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0x010100BC9E5B6CA2FF774BAC2C469BEFBF993E</vt:lpwstr>
  </property>
</Properties>
</file>